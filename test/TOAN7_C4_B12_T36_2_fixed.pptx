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90" y="42545"/>
            <a:ext cx="12127230" cy="676084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" y="70485"/>
            <a:ext cx="12129770" cy="6719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050"/>
            <a:ext cx="12192000" cy="68192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385"/>
            <a:ext cx="12192000" cy="67925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199"/>
            <a:ext cx="12192000" cy="6803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Converted Presentation</PresentationFormat>
  <Paragraphs>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7" baseType="lpstr">
      <vt:lpstr>Arial</vt:lpstr>
      <vt:lpstr>SimSun</vt:lpstr>
      <vt:lpstr>Wingdings</vt:lpstr>
      <vt:lpstr>Microsoft YaHei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pc</cp:lastModifiedBy>
  <cp:revision>3</cp:revision>
  <dcterms:created xsi:type="dcterms:W3CDTF">2026-09-28T02:22:32Z</dcterms:created>
  <dcterms:modified xsi:type="dcterms:W3CDTF">2026-09-28T02:53:52Z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D57BBBB185AF45949EB3B7F933CBE26C_12</vt:lpwstr>
  </property>
  <property fmtid="{D5CDD505-2E9C-101B-9397-08002B2CF9AE}" pid="3" name="KSOProductBuildVer">
    <vt:lpwstr>1033-12.1.0.28485</vt:lpwstr>
  </property>
</Properties>
</file>